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8" r:id="rId6"/>
    <p:sldId id="260" r:id="rId7"/>
    <p:sldId id="265" r:id="rId8"/>
    <p:sldId id="270" r:id="rId9"/>
    <p:sldId id="263" r:id="rId10"/>
    <p:sldId id="266" r:id="rId11"/>
    <p:sldId id="264" r:id="rId12"/>
    <p:sldId id="267" r:id="rId13"/>
    <p:sldId id="269" r:id="rId14"/>
  </p:sldIdLst>
  <p:sldSz cx="9144000" cy="6858000" type="screen4x3"/>
  <p:notesSz cx="6858000" cy="9144000"/>
  <p:defaultTextStyle>
    <a:defPPr>
      <a:defRPr lang="nn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65">
          <p15:clr>
            <a:srgbClr val="A4A3A4"/>
          </p15:clr>
        </p15:guide>
        <p15:guide id="2" pos="4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23"/>
    <a:srgbClr val="EDEDED"/>
    <a:srgbClr val="FFB952"/>
    <a:srgbClr val="B1B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188" y="108"/>
      </p:cViewPr>
      <p:guideLst>
        <p:guide orient="horz" pos="3865"/>
        <p:guide pos="49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/>
          <p:cNvSpPr/>
          <p:nvPr userDrawn="1"/>
        </p:nvSpPr>
        <p:spPr>
          <a:xfrm>
            <a:off x="2" y="0"/>
            <a:ext cx="91440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4">
                  <a:lumMod val="60000"/>
                  <a:lumOff val="40000"/>
                </a:schemeClr>
              </a:gs>
            </a:gsLst>
            <a:lin ang="132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685800" y="1910403"/>
            <a:ext cx="7772400" cy="14700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nb-NO" noProof="0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694365" y="3666178"/>
            <a:ext cx="7763835" cy="1752600"/>
          </a:xfrm>
        </p:spPr>
        <p:txBody>
          <a:bodyPr/>
          <a:lstStyle>
            <a:lvl1pPr marL="0" indent="0" algn="l">
              <a:buNone/>
              <a:defRPr sz="14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nb-NO" noProof="0"/>
          </a:p>
        </p:txBody>
      </p:sp>
      <p:cxnSp>
        <p:nvCxnSpPr>
          <p:cNvPr id="15" name="Rett linje 14"/>
          <p:cNvCxnSpPr/>
          <p:nvPr userDrawn="1"/>
        </p:nvCxnSpPr>
        <p:spPr>
          <a:xfrm flipV="1">
            <a:off x="2190060" y="3750273"/>
            <a:ext cx="6953942" cy="3107727"/>
          </a:xfrm>
          <a:prstGeom prst="line">
            <a:avLst/>
          </a:prstGeom>
          <a:ln w="25400" cap="flat" cmpd="sng" algn="ctr">
            <a:solidFill>
              <a:schemeClr val="accent4">
                <a:lumMod val="60000"/>
                <a:lumOff val="40000"/>
                <a:alpha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ett linje 16"/>
          <p:cNvCxnSpPr/>
          <p:nvPr userDrawn="1"/>
        </p:nvCxnSpPr>
        <p:spPr>
          <a:xfrm rot="16200000" flipH="1">
            <a:off x="4816284" y="3694065"/>
            <a:ext cx="4297813" cy="2030055"/>
          </a:xfrm>
          <a:prstGeom prst="line">
            <a:avLst/>
          </a:prstGeom>
          <a:ln w="19050" cap="flat" cmpd="sng" algn="ctr">
            <a:solidFill>
              <a:schemeClr val="accent4">
                <a:lumMod val="60000"/>
                <a:lumOff val="40000"/>
                <a:alpha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tt linje 17"/>
          <p:cNvCxnSpPr/>
          <p:nvPr userDrawn="1"/>
        </p:nvCxnSpPr>
        <p:spPr>
          <a:xfrm>
            <a:off x="5370147" y="4006212"/>
            <a:ext cx="3773855" cy="1504193"/>
          </a:xfrm>
          <a:prstGeom prst="line">
            <a:avLst/>
          </a:prstGeom>
          <a:ln w="19050" cap="flat" cmpd="sng" algn="ctr">
            <a:solidFill>
              <a:schemeClr val="accent4">
                <a:lumMod val="60000"/>
                <a:lumOff val="40000"/>
                <a:alpha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tt linje 11"/>
          <p:cNvCxnSpPr/>
          <p:nvPr userDrawn="1"/>
        </p:nvCxnSpPr>
        <p:spPr>
          <a:xfrm rot="5400000">
            <a:off x="2187498" y="2118964"/>
            <a:ext cx="6858000" cy="2620072"/>
          </a:xfrm>
          <a:prstGeom prst="line">
            <a:avLst/>
          </a:prstGeom>
          <a:ln w="50800" cap="flat" cmpd="sng" algn="ctr">
            <a:solidFill>
              <a:srgbClr val="F1B523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Bilde 22" descr="UiT_Navn_blaa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0"/>
            <a:ext cx="1360023" cy="2275551"/>
          </a:xfrm>
          <a:prstGeom prst="rect">
            <a:avLst/>
          </a:prstGeom>
        </p:spPr>
      </p:pic>
      <p:cxnSp>
        <p:nvCxnSpPr>
          <p:cNvPr id="28" name="Rett linje 27"/>
          <p:cNvCxnSpPr/>
          <p:nvPr userDrawn="1"/>
        </p:nvCxnSpPr>
        <p:spPr>
          <a:xfrm>
            <a:off x="790575" y="3470437"/>
            <a:ext cx="4579572" cy="1588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Bilde 13" descr="LogoNorsk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31441" y="5990437"/>
            <a:ext cx="543971" cy="532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nb-NO" noProof="0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b-NO" noProof="0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8DF9E8F3-4849-FA48-B4C8-2D894E979956}" type="datetimeFigureOut">
              <a:rPr lang="nb-NO" smtClean="0"/>
              <a:pPr/>
              <a:t>11.03.2016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48967F36-0B61-F749-ACDB-F36D75792314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nb-NO" noProof="0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670300" y="1837780"/>
            <a:ext cx="3710048" cy="4288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b-NO" noProof="0" dirty="0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E8F3-4849-FA48-B4C8-2D894E979956}" type="datetimeFigureOut">
              <a:rPr lang="nb-NO" noProof="0" smtClean="0"/>
              <a:pPr/>
              <a:t>11.03.2016</a:t>
            </a:fld>
            <a:endParaRPr lang="nb-NO" noProof="0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7F36-0B61-F749-ACDB-F36D75792314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8" name="Plassholder for innhold 2"/>
          <p:cNvSpPr>
            <a:spLocks noGrp="1"/>
          </p:cNvSpPr>
          <p:nvPr>
            <p:ph sz="half" idx="13"/>
          </p:nvPr>
        </p:nvSpPr>
        <p:spPr>
          <a:xfrm>
            <a:off x="4840368" y="1837780"/>
            <a:ext cx="3710048" cy="4288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b-NO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nn-NO" noProof="0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E8F3-4849-FA48-B4C8-2D894E979956}" type="datetimeFigureOut">
              <a:rPr lang="nn-NO" noProof="0" smtClean="0"/>
              <a:pPr/>
              <a:t>11.03.2016</a:t>
            </a:fld>
            <a:endParaRPr lang="nn-NO" noProof="0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n-NO" noProof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7F36-0B61-F749-ACDB-F36D75792314}" type="slidenum">
              <a:rPr lang="nn-NO" noProof="0" smtClean="0"/>
              <a:pPr/>
              <a:t>‹#›</a:t>
            </a:fld>
            <a:endParaRPr lang="nn-NO" noProof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/>
          <p:cNvSpPr/>
          <p:nvPr userDrawn="1"/>
        </p:nvSpPr>
        <p:spPr>
          <a:xfrm>
            <a:off x="2" y="0"/>
            <a:ext cx="9144000" cy="6858000"/>
          </a:xfrm>
          <a:prstGeom prst="rect">
            <a:avLst/>
          </a:prstGeom>
          <a:gradFill>
            <a:gsLst>
              <a:gs pos="54000">
                <a:schemeClr val="bg1"/>
              </a:gs>
              <a:gs pos="100000">
                <a:schemeClr val="accent1">
                  <a:tint val="50000"/>
                  <a:shade val="100000"/>
                  <a:satMod val="350000"/>
                  <a:alpha val="54000"/>
                </a:schemeClr>
              </a:gs>
            </a:gsLst>
            <a:lin ang="33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n-NO"/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E8F3-4849-FA48-B4C8-2D894E979956}" type="datetimeFigureOut">
              <a:rPr lang="nn-NO" smtClean="0"/>
              <a:pPr/>
              <a:t>11.03.2016</a:t>
            </a:fld>
            <a:endParaRPr lang="nn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n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7F36-0B61-F749-ACDB-F36D75792314}" type="slidenum">
              <a:rPr lang="nn-NO" smtClean="0"/>
              <a:pPr/>
              <a:t>‹#›</a:t>
            </a:fld>
            <a:endParaRPr lang="nn-N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gendefinert opps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E8F3-4849-FA48-B4C8-2D894E979956}" type="datetimeFigureOut">
              <a:rPr lang="nb-NO" noProof="0" smtClean="0"/>
              <a:pPr/>
              <a:t>11.03.2016</a:t>
            </a:fld>
            <a:endParaRPr lang="nb-NO" noProof="0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7F36-0B61-F749-ACDB-F36D75792314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7" name="Rektangel 6"/>
          <p:cNvSpPr/>
          <p:nvPr userDrawn="1"/>
        </p:nvSpPr>
        <p:spPr>
          <a:xfrm>
            <a:off x="2" y="0"/>
            <a:ext cx="91440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4">
                  <a:lumMod val="60000"/>
                  <a:lumOff val="40000"/>
                </a:schemeClr>
              </a:gs>
            </a:gsLst>
            <a:lin ang="132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/>
          </a:p>
        </p:txBody>
      </p:sp>
      <p:sp>
        <p:nvSpPr>
          <p:cNvPr id="9" name="Undertittel 2"/>
          <p:cNvSpPr>
            <a:spLocks noGrp="1"/>
          </p:cNvSpPr>
          <p:nvPr>
            <p:ph type="subTitle" idx="1"/>
          </p:nvPr>
        </p:nvSpPr>
        <p:spPr>
          <a:xfrm>
            <a:off x="694365" y="3666178"/>
            <a:ext cx="7763835" cy="1752600"/>
          </a:xfrm>
        </p:spPr>
        <p:txBody>
          <a:bodyPr/>
          <a:lstStyle>
            <a:lvl1pPr marL="0" indent="0" algn="l">
              <a:buNone/>
              <a:defRPr sz="1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nb-NO" noProof="0"/>
          </a:p>
        </p:txBody>
      </p:sp>
      <p:cxnSp>
        <p:nvCxnSpPr>
          <p:cNvPr id="10" name="Rett linje 9"/>
          <p:cNvCxnSpPr/>
          <p:nvPr userDrawn="1"/>
        </p:nvCxnSpPr>
        <p:spPr>
          <a:xfrm flipV="1">
            <a:off x="2190060" y="3750273"/>
            <a:ext cx="6953942" cy="3107727"/>
          </a:xfrm>
          <a:prstGeom prst="line">
            <a:avLst/>
          </a:prstGeom>
          <a:ln w="25400" cap="flat" cmpd="sng" algn="ctr">
            <a:solidFill>
              <a:schemeClr val="accent4">
                <a:lumMod val="60000"/>
                <a:lumOff val="40000"/>
                <a:alpha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tt linje 10"/>
          <p:cNvCxnSpPr/>
          <p:nvPr userDrawn="1"/>
        </p:nvCxnSpPr>
        <p:spPr>
          <a:xfrm rot="16200000" flipH="1">
            <a:off x="4816284" y="3694065"/>
            <a:ext cx="4297813" cy="2030055"/>
          </a:xfrm>
          <a:prstGeom prst="line">
            <a:avLst/>
          </a:prstGeom>
          <a:ln w="19050" cap="flat" cmpd="sng" algn="ctr">
            <a:solidFill>
              <a:schemeClr val="accent4">
                <a:lumMod val="60000"/>
                <a:lumOff val="40000"/>
                <a:alpha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tt linje 11"/>
          <p:cNvCxnSpPr/>
          <p:nvPr userDrawn="1"/>
        </p:nvCxnSpPr>
        <p:spPr>
          <a:xfrm>
            <a:off x="5370147" y="4006212"/>
            <a:ext cx="3773855" cy="1504193"/>
          </a:xfrm>
          <a:prstGeom prst="line">
            <a:avLst/>
          </a:prstGeom>
          <a:ln w="19050" cap="flat" cmpd="sng" algn="ctr">
            <a:solidFill>
              <a:schemeClr val="accent4">
                <a:lumMod val="60000"/>
                <a:lumOff val="40000"/>
                <a:alpha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tt linje 12"/>
          <p:cNvCxnSpPr/>
          <p:nvPr userDrawn="1"/>
        </p:nvCxnSpPr>
        <p:spPr>
          <a:xfrm rot="5400000">
            <a:off x="2187498" y="2118964"/>
            <a:ext cx="6858000" cy="2620072"/>
          </a:xfrm>
          <a:prstGeom prst="line">
            <a:avLst/>
          </a:prstGeom>
          <a:ln w="50800" cap="flat" cmpd="sng" algn="ctr">
            <a:solidFill>
              <a:srgbClr val="F1B523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Bilde 13" descr="UiT_Navn_blaa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0"/>
            <a:ext cx="1360023" cy="2275551"/>
          </a:xfrm>
          <a:prstGeom prst="rect">
            <a:avLst/>
          </a:prstGeom>
        </p:spPr>
      </p:pic>
      <p:sp>
        <p:nvSpPr>
          <p:cNvPr id="16" name="Undertittel 2"/>
          <p:cNvSpPr txBox="1">
            <a:spLocks/>
          </p:cNvSpPr>
          <p:nvPr userDrawn="1"/>
        </p:nvSpPr>
        <p:spPr>
          <a:xfrm>
            <a:off x="706461" y="5870703"/>
            <a:ext cx="7763835" cy="374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sz="1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b-NO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uit.no</a:t>
            </a:r>
            <a:endParaRPr kumimoji="0" lang="nb-NO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Open Sans"/>
            </a:endParaRPr>
          </a:p>
        </p:txBody>
      </p:sp>
      <p:pic>
        <p:nvPicPr>
          <p:cNvPr id="15" name="Bilde 14" descr="LogoNorsk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31441" y="5990437"/>
            <a:ext cx="543971" cy="532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/>
        </p:nvSpPr>
        <p:spPr>
          <a:xfrm>
            <a:off x="-63303" y="-1"/>
            <a:ext cx="9144000" cy="6858000"/>
          </a:xfrm>
          <a:prstGeom prst="rect">
            <a:avLst/>
          </a:prstGeom>
          <a:gradFill>
            <a:gsLst>
              <a:gs pos="54000">
                <a:schemeClr val="bg1"/>
              </a:gs>
              <a:gs pos="100000">
                <a:schemeClr val="accent1">
                  <a:tint val="50000"/>
                  <a:shade val="100000"/>
                  <a:satMod val="350000"/>
                  <a:alpha val="54000"/>
                </a:schemeClr>
              </a:gs>
            </a:gsLst>
            <a:lin ang="33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670300" y="300207"/>
            <a:ext cx="7880116" cy="12169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noProof="0" dirty="0" smtClean="0"/>
              <a:t>Klikk for å redigere tittelstil</a:t>
            </a:r>
            <a:endParaRPr lang="nb-NO" noProof="0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670300" y="1751183"/>
            <a:ext cx="7888582" cy="4374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 smtClean="0"/>
              <a:t>Klikk for å redigere tekststiler i malen</a:t>
            </a:r>
          </a:p>
          <a:p>
            <a:pPr lvl="1"/>
            <a:r>
              <a:rPr lang="nb-NO" noProof="0" dirty="0" smtClean="0"/>
              <a:t>Andre nivå</a:t>
            </a:r>
          </a:p>
          <a:p>
            <a:pPr lvl="2"/>
            <a:r>
              <a:rPr lang="nb-NO" noProof="0" dirty="0" smtClean="0"/>
              <a:t>Tredje nivå</a:t>
            </a:r>
          </a:p>
          <a:p>
            <a:pPr lvl="3"/>
            <a:r>
              <a:rPr lang="nb-NO" noProof="0" dirty="0" smtClean="0"/>
              <a:t>Fjerde nivå</a:t>
            </a:r>
          </a:p>
          <a:p>
            <a:pPr lvl="4"/>
            <a:r>
              <a:rPr lang="nb-NO" noProof="0" dirty="0" smtClean="0"/>
              <a:t>Femte nivå</a:t>
            </a:r>
            <a:endParaRPr lang="nb-NO" noProof="0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712376" y="6356350"/>
            <a:ext cx="647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DF9E8F3-4849-FA48-B4C8-2D894E979956}" type="datetimeFigureOut">
              <a:rPr lang="nb-NO" smtClean="0"/>
              <a:pPr/>
              <a:t>11.03.2016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149119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18270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8967F36-0B61-F749-ACDB-F36D75792314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10" name="Rett linje 9"/>
          <p:cNvCxnSpPr/>
          <p:nvPr/>
        </p:nvCxnSpPr>
        <p:spPr>
          <a:xfrm rot="5400000">
            <a:off x="7719376" y="5433376"/>
            <a:ext cx="2085544" cy="76370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tt linje 11"/>
          <p:cNvCxnSpPr/>
          <p:nvPr/>
        </p:nvCxnSpPr>
        <p:spPr>
          <a:xfrm rot="10800000" flipV="1">
            <a:off x="6927456" y="5850106"/>
            <a:ext cx="2216545" cy="1007893"/>
          </a:xfrm>
          <a:prstGeom prst="line">
            <a:avLst/>
          </a:prstGeom>
          <a:ln>
            <a:solidFill>
              <a:schemeClr val="accent3">
                <a:alpha val="16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tt linje 13"/>
          <p:cNvCxnSpPr/>
          <p:nvPr/>
        </p:nvCxnSpPr>
        <p:spPr>
          <a:xfrm rot="5400000">
            <a:off x="8334481" y="6048478"/>
            <a:ext cx="1161841" cy="457200"/>
          </a:xfrm>
          <a:prstGeom prst="line">
            <a:avLst/>
          </a:prstGeom>
          <a:ln w="19050" cap="flat" cmpd="sng" algn="ctr">
            <a:solidFill>
              <a:schemeClr val="accent1">
                <a:alpha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tt linje 15"/>
          <p:cNvCxnSpPr/>
          <p:nvPr/>
        </p:nvCxnSpPr>
        <p:spPr>
          <a:xfrm>
            <a:off x="770102" y="1603376"/>
            <a:ext cx="7788780" cy="1588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2600" b="1" i="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n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iXG5Bu_xmQU" TargetMode="External"/><Relationship Id="rId2" Type="http://schemas.openxmlformats.org/officeDocument/2006/relationships/hyperlink" Target="http://www.lemonamiga.com/games/details.php?id=297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ab.abime.net/showthread.php?t=2128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smtClean="0"/>
              <a:t>INF-1400 Obligatorisk Oppgave 3</a:t>
            </a:r>
            <a:endParaRPr lang="nb-NO" dirty="0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b-NO" sz="2000" dirty="0"/>
              <a:t>Mayhem Clone</a:t>
            </a:r>
          </a:p>
          <a:p>
            <a:r>
              <a:rPr lang="nb-NO" sz="2000" dirty="0" smtClean="0"/>
              <a:t>11.03.2016</a:t>
            </a:r>
            <a:endParaRPr lang="nb-NO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Introduksjon </a:t>
            </a:r>
            <a:endParaRPr lang="nb-NO" dirty="0"/>
          </a:p>
        </p:txBody>
      </p:sp>
      <p:sp>
        <p:nvSpPr>
          <p:cNvPr id="13" name="Plassholder for innhold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Python + Pygame</a:t>
            </a:r>
          </a:p>
          <a:p>
            <a:r>
              <a:rPr lang="nb-NO" dirty="0" smtClean="0"/>
              <a:t>Objektorientert programmering: Klasser, metoder og arv</a:t>
            </a:r>
          </a:p>
          <a:p>
            <a:r>
              <a:rPr lang="nb-NO" dirty="0" smtClean="0"/>
              <a:t>Sprites </a:t>
            </a:r>
          </a:p>
          <a:p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Mayhem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Et </a:t>
            </a:r>
            <a:r>
              <a:rPr lang="en-US" dirty="0" err="1" smtClean="0"/>
              <a:t>klassisk</a:t>
            </a:r>
            <a:r>
              <a:rPr lang="en-US" dirty="0" smtClean="0"/>
              <a:t> </a:t>
            </a:r>
            <a:r>
              <a:rPr lang="en-US" dirty="0" err="1" smtClean="0"/>
              <a:t>Amigaspill</a:t>
            </a:r>
            <a:r>
              <a:rPr lang="nb-NO" dirty="0" smtClean="0"/>
              <a:t>.</a:t>
            </a:r>
          </a:p>
          <a:p>
            <a:r>
              <a:rPr lang="nb-NO" dirty="0" smtClean="0"/>
              <a:t>To-spillere</a:t>
            </a:r>
          </a:p>
          <a:p>
            <a:r>
              <a:rPr lang="nb-NO" dirty="0"/>
              <a:t>É</a:t>
            </a:r>
            <a:r>
              <a:rPr lang="nb-NO" dirty="0" smtClean="0"/>
              <a:t>n spiller per romskip, styrt av tastaturet.</a:t>
            </a:r>
          </a:p>
          <a:p>
            <a:r>
              <a:rPr lang="nb-NO" dirty="0" smtClean="0"/>
              <a:t>Kan skyte ned hverandres romskip</a:t>
            </a:r>
          </a:p>
          <a:p>
            <a:r>
              <a:rPr lang="nb-NO" dirty="0" smtClean="0"/>
              <a:t>To studenter kan samarbeide på en oppgave.</a:t>
            </a:r>
          </a:p>
          <a:p>
            <a:r>
              <a:rPr lang="nb-NO" dirty="0" smtClean="0"/>
              <a:t>Lever felles kode og rapport. </a:t>
            </a:r>
          </a:p>
          <a:p>
            <a:r>
              <a:rPr lang="nb-NO" dirty="0" smtClean="0"/>
              <a:t>Én laster opp oppgaven på Fonter og krysser av medstudenten fra listen. </a:t>
            </a:r>
          </a:p>
          <a:p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8415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Krav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Objektorientert programmering : </a:t>
            </a:r>
            <a:r>
              <a:rPr lang="nb-NO" dirty="0" smtClean="0"/>
              <a:t>Klasser, metoder og arv </a:t>
            </a:r>
            <a:endParaRPr lang="nb-NO" dirty="0"/>
          </a:p>
          <a:p>
            <a:r>
              <a:rPr lang="nb-NO" dirty="0" smtClean="0"/>
              <a:t>Godt </a:t>
            </a:r>
            <a:r>
              <a:rPr lang="nb-NO" dirty="0"/>
              <a:t>strukturert og kommentert kode</a:t>
            </a:r>
            <a:r>
              <a:rPr lang="nb-NO" dirty="0" smtClean="0"/>
              <a:t>.</a:t>
            </a:r>
          </a:p>
          <a:p>
            <a:r>
              <a:rPr lang="nb-NO" dirty="0" smtClean="0"/>
              <a:t>To romskip, med fire «egenskaper»: </a:t>
            </a:r>
            <a:r>
              <a:rPr lang="en-US" dirty="0" err="1" smtClean="0"/>
              <a:t>rotatsjon</a:t>
            </a:r>
            <a:r>
              <a:rPr lang="en-US" dirty="0" smtClean="0"/>
              <a:t> </a:t>
            </a:r>
            <a:r>
              <a:rPr lang="en-US" dirty="0" err="1" smtClean="0"/>
              <a:t>venstre</a:t>
            </a:r>
            <a:r>
              <a:rPr lang="en-US" dirty="0" smtClean="0"/>
              <a:t>, </a:t>
            </a:r>
            <a:r>
              <a:rPr lang="en-US" dirty="0" err="1" smtClean="0"/>
              <a:t>rotasjon</a:t>
            </a:r>
            <a:r>
              <a:rPr lang="en-US" dirty="0" smtClean="0"/>
              <a:t> </a:t>
            </a:r>
            <a:r>
              <a:rPr lang="en-US" dirty="0" err="1" smtClean="0"/>
              <a:t>høyre</a:t>
            </a:r>
            <a:r>
              <a:rPr lang="en-US" dirty="0" smtClean="0"/>
              <a:t>, </a:t>
            </a:r>
            <a:r>
              <a:rPr lang="en-US" dirty="0" err="1" smtClean="0"/>
              <a:t>skyt</a:t>
            </a:r>
            <a:r>
              <a:rPr lang="en-US" dirty="0" smtClean="0"/>
              <a:t> </a:t>
            </a:r>
            <a:r>
              <a:rPr lang="en-US" dirty="0" err="1" smtClean="0"/>
              <a:t>og</a:t>
            </a:r>
            <a:r>
              <a:rPr lang="en-US" dirty="0" smtClean="0"/>
              <a:t> fart/motor.</a:t>
            </a:r>
          </a:p>
          <a:p>
            <a:r>
              <a:rPr lang="en-US" dirty="0" smtClean="0"/>
              <a:t>MINST </a:t>
            </a:r>
            <a:r>
              <a:rPr lang="en-US" dirty="0" err="1" smtClean="0"/>
              <a:t>ett</a:t>
            </a:r>
            <a:r>
              <a:rPr lang="en-US" dirty="0" smtClean="0"/>
              <a:t> hinder. </a:t>
            </a:r>
            <a:r>
              <a:rPr lang="en-US" dirty="0" err="1" smtClean="0"/>
              <a:t>Utsende</a:t>
            </a:r>
            <a:r>
              <a:rPr lang="en-US" dirty="0"/>
              <a:t> </a:t>
            </a:r>
            <a:r>
              <a:rPr lang="en-US" dirty="0" err="1" smtClean="0"/>
              <a:t>er</a:t>
            </a:r>
            <a:r>
              <a:rPr lang="en-US" dirty="0" smtClean="0"/>
              <a:t> </a:t>
            </a:r>
            <a:r>
              <a:rPr lang="en-US" dirty="0" err="1" smtClean="0"/>
              <a:t>valgfritt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Romskipene</a:t>
            </a:r>
            <a:r>
              <a:rPr lang="en-US" dirty="0" smtClean="0"/>
              <a:t> </a:t>
            </a:r>
            <a:r>
              <a:rPr lang="en-US" dirty="0" err="1" smtClean="0"/>
              <a:t>kan</a:t>
            </a:r>
            <a:r>
              <a:rPr lang="en-US" dirty="0" smtClean="0"/>
              <a:t> </a:t>
            </a:r>
            <a:r>
              <a:rPr lang="en-US" dirty="0" err="1" smtClean="0"/>
              <a:t>kræsje</a:t>
            </a:r>
            <a:r>
              <a:rPr lang="en-US" dirty="0" smtClean="0"/>
              <a:t>. (</a:t>
            </a:r>
            <a:r>
              <a:rPr lang="en-US" dirty="0" err="1" smtClean="0"/>
              <a:t>veggene</a:t>
            </a:r>
            <a:r>
              <a:rPr lang="en-US" dirty="0" smtClean="0"/>
              <a:t>, hinder </a:t>
            </a:r>
            <a:r>
              <a:rPr lang="en-US" dirty="0" err="1" smtClean="0"/>
              <a:t>eller</a:t>
            </a:r>
            <a:r>
              <a:rPr lang="en-US" dirty="0" smtClean="0"/>
              <a:t> </a:t>
            </a:r>
            <a:r>
              <a:rPr lang="en-US" dirty="0" err="1" smtClean="0"/>
              <a:t>andre</a:t>
            </a:r>
            <a:r>
              <a:rPr lang="en-US" dirty="0" smtClean="0"/>
              <a:t> </a:t>
            </a:r>
            <a:r>
              <a:rPr lang="en-US" dirty="0" err="1" smtClean="0"/>
              <a:t>romskip</a:t>
            </a:r>
            <a:r>
              <a:rPr lang="en-US" dirty="0" smtClean="0"/>
              <a:t>)</a:t>
            </a:r>
          </a:p>
          <a:p>
            <a:r>
              <a:rPr lang="en-US" dirty="0" err="1"/>
              <a:t>G</a:t>
            </a:r>
            <a:r>
              <a:rPr lang="en-US" dirty="0" err="1" smtClean="0"/>
              <a:t>ravitasjon</a:t>
            </a:r>
            <a:endParaRPr lang="en-US" dirty="0" smtClean="0"/>
          </a:p>
          <a:p>
            <a:r>
              <a:rPr lang="en-US" dirty="0" err="1" smtClean="0"/>
              <a:t>Poengsystem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Begrenset</a:t>
            </a:r>
            <a:r>
              <a:rPr lang="en-US" dirty="0" smtClean="0"/>
              <a:t> </a:t>
            </a:r>
            <a:r>
              <a:rPr lang="en-US" dirty="0" err="1" smtClean="0"/>
              <a:t>bensintank</a:t>
            </a:r>
            <a:r>
              <a:rPr lang="en-US" dirty="0" smtClean="0"/>
              <a:t>. </a:t>
            </a:r>
            <a:r>
              <a:rPr lang="en-US" dirty="0" err="1" smtClean="0"/>
              <a:t>Kan</a:t>
            </a:r>
            <a:r>
              <a:rPr lang="en-US" dirty="0" smtClean="0"/>
              <a:t> </a:t>
            </a:r>
            <a:r>
              <a:rPr lang="en-US" dirty="0" err="1" smtClean="0"/>
              <a:t>fylles</a:t>
            </a:r>
            <a:r>
              <a:rPr lang="en-US" dirty="0" smtClean="0"/>
              <a:t> opp.</a:t>
            </a:r>
          </a:p>
          <a:p>
            <a:endParaRPr lang="en-US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8530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Tekniske Krav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MINST to filer for å dele </a:t>
            </a:r>
            <a:r>
              <a:rPr lang="en-US" dirty="0" err="1" smtClean="0"/>
              <a:t>opp</a:t>
            </a:r>
            <a:r>
              <a:rPr lang="en-US" dirty="0" smtClean="0"/>
              <a:t> </a:t>
            </a:r>
            <a:r>
              <a:rPr lang="en-US" dirty="0" err="1" smtClean="0"/>
              <a:t>koden</a:t>
            </a:r>
            <a:r>
              <a:rPr lang="en-US" dirty="0" smtClean="0"/>
              <a:t> mer. </a:t>
            </a:r>
          </a:p>
          <a:p>
            <a:r>
              <a:rPr lang="en-US" dirty="0" smtClean="0"/>
              <a:t>Main-</a:t>
            </a:r>
            <a:r>
              <a:rPr lang="en-US" dirty="0" err="1" smtClean="0"/>
              <a:t>loopen</a:t>
            </a:r>
            <a:r>
              <a:rPr lang="en-US" dirty="0" smtClean="0"/>
              <a:t> </a:t>
            </a:r>
            <a:r>
              <a:rPr lang="en-US" dirty="0" err="1" smtClean="0"/>
              <a:t>må</a:t>
            </a:r>
            <a:r>
              <a:rPr lang="en-US" dirty="0" smtClean="0"/>
              <a:t> ha </a:t>
            </a:r>
            <a:r>
              <a:rPr lang="en-US" dirty="0" err="1" smtClean="0"/>
              <a:t>en</a:t>
            </a:r>
            <a:r>
              <a:rPr lang="en-US" dirty="0" smtClean="0"/>
              <a:t> timer </a:t>
            </a:r>
            <a:r>
              <a:rPr lang="en-US" dirty="0" err="1" smtClean="0"/>
              <a:t>slik</a:t>
            </a:r>
            <a:r>
              <a:rPr lang="en-US" dirty="0" smtClean="0"/>
              <a:t> at </a:t>
            </a:r>
            <a:r>
              <a:rPr lang="en-US" dirty="0" err="1" smtClean="0"/>
              <a:t>spillet</a:t>
            </a:r>
            <a:r>
              <a:rPr lang="en-US" dirty="0" smtClean="0"/>
              <a:t> </a:t>
            </a:r>
            <a:r>
              <a:rPr lang="en-US" dirty="0" err="1" smtClean="0"/>
              <a:t>kan</a:t>
            </a:r>
            <a:r>
              <a:rPr lang="en-US" dirty="0" smtClean="0"/>
              <a:t> </a:t>
            </a:r>
            <a:r>
              <a:rPr lang="en-US" dirty="0" err="1" smtClean="0"/>
              <a:t>spilles</a:t>
            </a:r>
            <a:r>
              <a:rPr lang="en-US" dirty="0" smtClean="0"/>
              <a:t> </a:t>
            </a:r>
            <a:r>
              <a:rPr lang="en-US" dirty="0" err="1" smtClean="0"/>
              <a:t>på</a:t>
            </a:r>
            <a:r>
              <a:rPr lang="en-US" dirty="0" smtClean="0"/>
              <a:t> </a:t>
            </a:r>
            <a:r>
              <a:rPr lang="en-US" dirty="0" err="1" smtClean="0"/>
              <a:t>forskjellige</a:t>
            </a:r>
            <a:r>
              <a:rPr lang="en-US" dirty="0" smtClean="0"/>
              <a:t> </a:t>
            </a:r>
            <a:r>
              <a:rPr lang="en-US" dirty="0" err="1" smtClean="0"/>
              <a:t>maskiner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Start </a:t>
            </a:r>
            <a:r>
              <a:rPr lang="en-US" dirty="0" err="1" smtClean="0"/>
              <a:t>spillet</a:t>
            </a:r>
            <a:r>
              <a:rPr lang="en-US" dirty="0" smtClean="0"/>
              <a:t> med</a:t>
            </a:r>
            <a:r>
              <a:rPr lang="en-US" dirty="0"/>
              <a:t> </a:t>
            </a:r>
            <a:r>
              <a:rPr lang="en-US" dirty="0" err="1" smtClean="0"/>
              <a:t>følgende</a:t>
            </a:r>
            <a:r>
              <a:rPr lang="en-US" dirty="0" smtClean="0"/>
              <a:t> idiom </a:t>
            </a:r>
            <a:r>
              <a:rPr lang="en-US" dirty="0" err="1" smtClean="0"/>
              <a:t>fra</a:t>
            </a:r>
            <a:r>
              <a:rPr lang="en-US" dirty="0" smtClean="0"/>
              <a:t> Python: 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__name__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 '__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main__':</a:t>
            </a:r>
          </a:p>
          <a:p>
            <a:r>
              <a:rPr lang="en-US" dirty="0" smtClean="0"/>
              <a:t>Arv </a:t>
            </a:r>
            <a:r>
              <a:rPr lang="en-US" dirty="0" err="1" smtClean="0"/>
              <a:t>fra</a:t>
            </a:r>
            <a:r>
              <a:rPr lang="en-US" dirty="0" smtClean="0"/>
              <a:t> </a:t>
            </a:r>
            <a:r>
              <a:rPr lang="en-US" i="1" dirty="0" smtClean="0"/>
              <a:t>sprite-</a:t>
            </a:r>
            <a:r>
              <a:rPr lang="en-US" dirty="0" err="1" smtClean="0"/>
              <a:t>klassen</a:t>
            </a:r>
            <a:r>
              <a:rPr lang="en-US" dirty="0" smtClean="0"/>
              <a:t> </a:t>
            </a:r>
            <a:r>
              <a:rPr lang="en-US" dirty="0" err="1" smtClean="0"/>
              <a:t>til</a:t>
            </a:r>
            <a:r>
              <a:rPr lang="en-US" dirty="0" smtClean="0"/>
              <a:t> </a:t>
            </a:r>
            <a:r>
              <a:rPr lang="en-US" dirty="0" err="1" smtClean="0"/>
              <a:t>PyGame</a:t>
            </a:r>
            <a:endParaRPr lang="en-US" i="1" dirty="0"/>
          </a:p>
          <a:p>
            <a:r>
              <a:rPr lang="en-US" dirty="0" err="1" smtClean="0"/>
              <a:t>Docstrings</a:t>
            </a:r>
            <a:endParaRPr lang="en-US" dirty="0" smtClean="0"/>
          </a:p>
          <a:p>
            <a:r>
              <a:rPr lang="en-US" dirty="0" err="1" smtClean="0"/>
              <a:t>Pydoc</a:t>
            </a:r>
            <a:endParaRPr lang="en-US" dirty="0" smtClean="0"/>
          </a:p>
          <a:p>
            <a:r>
              <a:rPr lang="en-US" dirty="0" err="1" smtClean="0"/>
              <a:t>cProfiler</a:t>
            </a:r>
            <a:endParaRPr lang="en-US" dirty="0" smtClean="0"/>
          </a:p>
          <a:p>
            <a:endParaRPr lang="en-US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5639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Ekstra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Nettverksstøtte</a:t>
            </a:r>
          </a:p>
          <a:p>
            <a:r>
              <a:rPr lang="nb-NO" dirty="0" smtClean="0"/>
              <a:t>Prekode med Server implementasjon</a:t>
            </a:r>
          </a:p>
          <a:p>
            <a:pPr lvl="1"/>
            <a:r>
              <a:rPr lang="nb-NO" dirty="0" smtClean="0"/>
              <a:t>Et </a:t>
            </a:r>
            <a:r>
              <a:rPr lang="nb-NO" dirty="0" smtClean="0"/>
              <a:t>serverobjekt</a:t>
            </a:r>
            <a:endParaRPr lang="nb-NO" dirty="0" smtClean="0"/>
          </a:p>
          <a:p>
            <a:pPr lvl="1"/>
            <a:r>
              <a:rPr lang="nb-NO" dirty="0" smtClean="0"/>
              <a:t>Et klientobjekt</a:t>
            </a:r>
          </a:p>
          <a:p>
            <a:r>
              <a:rPr lang="nb-NO" dirty="0" smtClean="0"/>
              <a:t>Bruk </a:t>
            </a:r>
            <a:r>
              <a:rPr lang="nb-NO" i="1" dirty="0" smtClean="0"/>
              <a:t>LocalClient </a:t>
            </a:r>
            <a:r>
              <a:rPr lang="nb-NO" dirty="0" smtClean="0"/>
              <a:t>mens du utvikler kjernespillet</a:t>
            </a:r>
          </a:p>
          <a:p>
            <a:pPr lvl="1"/>
            <a:r>
              <a:rPr lang="nb-NO" dirty="0" smtClean="0"/>
              <a:t>Bytt ut objektet med </a:t>
            </a:r>
            <a:r>
              <a:rPr lang="nb-NO" i="1" dirty="0" smtClean="0"/>
              <a:t>Client </a:t>
            </a:r>
            <a:r>
              <a:rPr lang="nb-NO" dirty="0" smtClean="0"/>
              <a:t>når </a:t>
            </a:r>
            <a:r>
              <a:rPr lang="nb-NO" dirty="0" smtClean="0"/>
              <a:t>du vil prøve det over et lokalt </a:t>
            </a:r>
            <a:r>
              <a:rPr lang="nb-NO" dirty="0" smtClean="0"/>
              <a:t>nettverk</a:t>
            </a:r>
            <a:endParaRPr lang="nb-NO" dirty="0" smtClean="0"/>
          </a:p>
          <a:p>
            <a:r>
              <a:rPr lang="nb-NO" smtClean="0"/>
              <a:t>Vi må teste implementasjonen av Serveren før vi gir den ut</a:t>
            </a:r>
          </a:p>
        </p:txBody>
      </p:sp>
    </p:spTree>
    <p:extLst>
      <p:ext uri="{BB962C8B-B14F-4D97-AF65-F5344CB8AC3E}">
        <p14:creationId xmlns:p14="http://schemas.microsoft.com/office/powerpoint/2010/main" val="395628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Rapport 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Beskriv hva du har gjort.</a:t>
            </a:r>
          </a:p>
          <a:p>
            <a:r>
              <a:rPr lang="nb-NO" dirty="0" smtClean="0"/>
              <a:t>Diskuter designvalg, samt styrker og svakheter ved disse.</a:t>
            </a:r>
          </a:p>
          <a:p>
            <a:r>
              <a:rPr lang="nb-NO" dirty="0" smtClean="0"/>
              <a:t>Hva har vært vanskelig?</a:t>
            </a:r>
          </a:p>
          <a:p>
            <a:r>
              <a:rPr lang="nb-NO" dirty="0" smtClean="0"/>
              <a:t>Klassediagram (se bok og slides), mangler dette blir innleveringen IKKE godkjent. </a:t>
            </a:r>
          </a:p>
          <a:p>
            <a:r>
              <a:rPr lang="nb-NO" dirty="0" smtClean="0"/>
              <a:t>Figurer </a:t>
            </a:r>
          </a:p>
          <a:p>
            <a:endParaRPr lang="nb-NO" dirty="0" smtClean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8555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Oppgaver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Besvar alle oppgavene</a:t>
            </a:r>
          </a:p>
          <a:p>
            <a:r>
              <a:rPr lang="nb-NO" dirty="0" smtClean="0"/>
              <a:t>Relevant for eksamen</a:t>
            </a:r>
          </a:p>
          <a:p>
            <a:r>
              <a:rPr lang="nb-NO" dirty="0" smtClean="0"/>
              <a:t>Leveres sammen med innleveringen</a:t>
            </a:r>
          </a:p>
          <a:p>
            <a:r>
              <a:rPr lang="nb-NO" dirty="0" smtClean="0"/>
              <a:t>Ca. 600 ord. 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269093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Innlevering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inf1400-username-1</a:t>
            </a:r>
            <a:r>
              <a:rPr lang="en-US" dirty="0"/>
              <a:t>/</a:t>
            </a:r>
          </a:p>
          <a:p>
            <a:r>
              <a:rPr lang="en-US" dirty="0" smtClean="0"/>
              <a:t>                   |--</a:t>
            </a:r>
            <a:r>
              <a:rPr lang="en-US" dirty="0" err="1"/>
              <a:t>src</a:t>
            </a:r>
            <a:r>
              <a:rPr lang="en-US" dirty="0"/>
              <a:t>/</a:t>
            </a:r>
          </a:p>
          <a:p>
            <a:r>
              <a:rPr lang="en-US" dirty="0" smtClean="0"/>
              <a:t>                   |    |--</a:t>
            </a:r>
            <a:r>
              <a:rPr lang="en-US" dirty="0"/>
              <a:t>all the source files here</a:t>
            </a:r>
          </a:p>
          <a:p>
            <a:r>
              <a:rPr lang="en-US" dirty="0" smtClean="0"/>
              <a:t>                   |    |--README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|</a:t>
            </a:r>
            <a:endParaRPr lang="en-US" dirty="0"/>
          </a:p>
          <a:p>
            <a:r>
              <a:rPr lang="en-US" dirty="0" smtClean="0"/>
              <a:t>                   | --doc/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|    | --</a:t>
            </a:r>
            <a:r>
              <a:rPr lang="en-US" dirty="0" err="1" smtClean="0"/>
              <a:t>pydoc</a:t>
            </a:r>
            <a:r>
              <a:rPr lang="en-US" dirty="0" smtClean="0"/>
              <a:t>/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|         | -- all </a:t>
            </a:r>
            <a:r>
              <a:rPr lang="en-US" dirty="0" err="1" smtClean="0"/>
              <a:t>pydoc</a:t>
            </a:r>
            <a:r>
              <a:rPr lang="en-US" dirty="0"/>
              <a:t> </a:t>
            </a:r>
            <a:r>
              <a:rPr lang="en-US" dirty="0" smtClean="0"/>
              <a:t>html files here</a:t>
            </a:r>
            <a:endParaRPr lang="en-US" dirty="0"/>
          </a:p>
          <a:p>
            <a:r>
              <a:rPr lang="en-US" dirty="0" smtClean="0"/>
              <a:t>                   |    |--report.pdf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|    |--answers.pdf</a:t>
            </a:r>
          </a:p>
          <a:p>
            <a:endParaRPr lang="en-US" dirty="0"/>
          </a:p>
          <a:p>
            <a:r>
              <a:rPr lang="en-US" dirty="0" smtClean="0"/>
              <a:t>MÅ </a:t>
            </a:r>
            <a:r>
              <a:rPr lang="en-US" dirty="0" err="1" smtClean="0"/>
              <a:t>være</a:t>
            </a:r>
            <a:r>
              <a:rPr lang="en-US" dirty="0" smtClean="0"/>
              <a:t> .pdf, </a:t>
            </a:r>
            <a:r>
              <a:rPr lang="en-US" dirty="0" err="1" smtClean="0"/>
              <a:t>Hvis</a:t>
            </a:r>
            <a:r>
              <a:rPr lang="en-US" dirty="0" smtClean="0"/>
              <a:t> </a:t>
            </a:r>
            <a:r>
              <a:rPr lang="en-US" dirty="0" err="1" smtClean="0"/>
              <a:t>ikke</a:t>
            </a:r>
            <a:r>
              <a:rPr lang="en-US" dirty="0" smtClean="0"/>
              <a:t> </a:t>
            </a:r>
            <a:r>
              <a:rPr lang="en-US" dirty="0" err="1" smtClean="0"/>
              <a:t>blir</a:t>
            </a:r>
            <a:r>
              <a:rPr lang="en-US" dirty="0" smtClean="0"/>
              <a:t> </a:t>
            </a:r>
            <a:r>
              <a:rPr lang="en-US" dirty="0" err="1" smtClean="0"/>
              <a:t>innleveringen</a:t>
            </a:r>
            <a:r>
              <a:rPr lang="en-US" dirty="0" smtClean="0"/>
              <a:t> </a:t>
            </a:r>
            <a:r>
              <a:rPr lang="en-US" b="1" dirty="0" err="1" smtClean="0"/>
              <a:t>ikke</a:t>
            </a:r>
            <a:r>
              <a:rPr lang="en-US" dirty="0" smtClean="0"/>
              <a:t> </a:t>
            </a:r>
            <a:r>
              <a:rPr lang="en-US" dirty="0" err="1" smtClean="0"/>
              <a:t>godkjent</a:t>
            </a:r>
            <a:endParaRPr lang="en-US" dirty="0" smtClean="0"/>
          </a:p>
          <a:p>
            <a:r>
              <a:rPr lang="nb-NO" dirty="0"/>
              <a:t>et zip eller tar.gz </a:t>
            </a:r>
            <a:r>
              <a:rPr lang="nb-NO" dirty="0" smtClean="0"/>
              <a:t>arkiv</a:t>
            </a:r>
          </a:p>
          <a:p>
            <a:r>
              <a:rPr lang="nb-NO" dirty="0" smtClean="0"/>
              <a:t>Frist: fredag 17. April 10:00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833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Fusk 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Kopiering </a:t>
            </a:r>
            <a:r>
              <a:rPr lang="nb-NO" dirty="0"/>
              <a:t>av kode er ikke lov.</a:t>
            </a:r>
          </a:p>
          <a:p>
            <a:r>
              <a:rPr lang="nb-NO" dirty="0" smtClean="0"/>
              <a:t>Kopiering </a:t>
            </a:r>
            <a:r>
              <a:rPr lang="nb-NO" dirty="0"/>
              <a:t>av design fra en annens </a:t>
            </a:r>
            <a:r>
              <a:rPr lang="nb-NO" dirty="0" smtClean="0"/>
              <a:t>lø</a:t>
            </a:r>
            <a:r>
              <a:rPr lang="nb-NO" dirty="0"/>
              <a:t>sning, eller en l</a:t>
            </a:r>
            <a:r>
              <a:rPr lang="nb-NO" dirty="0" smtClean="0"/>
              <a:t>øsning </a:t>
            </a:r>
            <a:r>
              <a:rPr lang="nb-NO" dirty="0"/>
              <a:t>funnet </a:t>
            </a:r>
            <a:r>
              <a:rPr lang="nb-NO" dirty="0" smtClean="0"/>
              <a:t>på </a:t>
            </a:r>
            <a:r>
              <a:rPr lang="nb-NO" dirty="0"/>
              <a:t>nettet er </a:t>
            </a:r>
            <a:r>
              <a:rPr lang="nb-NO" dirty="0" smtClean="0"/>
              <a:t>ikke lov</a:t>
            </a:r>
            <a:r>
              <a:rPr lang="nb-NO" dirty="0"/>
              <a:t>.</a:t>
            </a:r>
          </a:p>
          <a:p>
            <a:r>
              <a:rPr lang="nb-NO" dirty="0" smtClean="0"/>
              <a:t>Se p</a:t>
            </a:r>
            <a:r>
              <a:rPr lang="nb-NO" dirty="0"/>
              <a:t>å</a:t>
            </a:r>
            <a:r>
              <a:rPr lang="nb-NO" dirty="0" smtClean="0"/>
              <a:t> </a:t>
            </a:r>
            <a:r>
              <a:rPr lang="nb-NO" dirty="0"/>
              <a:t>en annen </a:t>
            </a:r>
            <a:r>
              <a:rPr lang="nb-NO" dirty="0" smtClean="0"/>
              <a:t>lø</a:t>
            </a:r>
            <a:r>
              <a:rPr lang="nb-NO" dirty="0"/>
              <a:t>sning under arbeidet med oppgaven er ikke lov.</a:t>
            </a:r>
          </a:p>
          <a:p>
            <a:r>
              <a:rPr lang="nb-NO" dirty="0" smtClean="0"/>
              <a:t>Feil </a:t>
            </a:r>
            <a:r>
              <a:rPr lang="nb-NO" dirty="0"/>
              <a:t>bruk av referanser er ikke lov.</a:t>
            </a:r>
          </a:p>
          <a:p>
            <a:r>
              <a:rPr lang="nb-NO" dirty="0" smtClean="0"/>
              <a:t>Få </a:t>
            </a:r>
            <a:r>
              <a:rPr lang="nb-NO" dirty="0"/>
              <a:t>hjelp av en annen student til å</a:t>
            </a:r>
            <a:r>
              <a:rPr lang="nb-NO" dirty="0" smtClean="0"/>
              <a:t> </a:t>
            </a:r>
            <a:r>
              <a:rPr lang="nb-NO" dirty="0"/>
              <a:t>l</a:t>
            </a:r>
            <a:r>
              <a:rPr lang="nb-NO" dirty="0" smtClean="0"/>
              <a:t>øse </a:t>
            </a:r>
            <a:r>
              <a:rPr lang="nb-NO" dirty="0"/>
              <a:t>et problem er lov.</a:t>
            </a:r>
          </a:p>
          <a:p>
            <a:r>
              <a:rPr lang="nb-NO" dirty="0" smtClean="0"/>
              <a:t>Diskutere </a:t>
            </a:r>
            <a:r>
              <a:rPr lang="nb-NO" dirty="0"/>
              <a:t>design med en annen student er lov.</a:t>
            </a:r>
          </a:p>
          <a:p>
            <a:r>
              <a:rPr lang="nb-NO" dirty="0" smtClean="0"/>
              <a:t>Få løsningen </a:t>
            </a:r>
            <a:r>
              <a:rPr lang="nb-NO" dirty="0"/>
              <a:t>(kode, design eller beskrivelse) er ikke lov.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5558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Tips &amp; Hint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b-NO" dirty="0" smtClean="0">
              <a:solidFill>
                <a:srgbClr val="FF0000"/>
              </a:solidFill>
            </a:endParaRPr>
          </a:p>
          <a:p>
            <a:endParaRPr lang="nb-NO" dirty="0" smtClean="0"/>
          </a:p>
          <a:p>
            <a:r>
              <a:rPr lang="nb-NO" dirty="0" smtClean="0"/>
              <a:t>Hvis koden/spillet er treg: bruk cProfiler for å finne flaskehalsen.</a:t>
            </a:r>
          </a:p>
          <a:p>
            <a:r>
              <a:rPr lang="nb-NO" dirty="0" smtClean="0"/>
              <a:t>Kan endre precoden</a:t>
            </a:r>
          </a:p>
          <a:p>
            <a:r>
              <a:rPr lang="nb-NO" dirty="0" smtClean="0"/>
              <a:t>Start tidlig.</a:t>
            </a:r>
          </a:p>
          <a:p>
            <a:r>
              <a:rPr lang="nb-NO" dirty="0" smtClean="0"/>
              <a:t>Spørsmål? </a:t>
            </a:r>
          </a:p>
          <a:p>
            <a:endParaRPr lang="nb-NO" dirty="0"/>
          </a:p>
          <a:p>
            <a:r>
              <a:rPr lang="nb-NO" dirty="0" smtClean="0"/>
              <a:t>Mer hints i oppgaveteksten.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1873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URLs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>
                <a:hlinkClick r:id="rId2"/>
              </a:rPr>
              <a:t>http://</a:t>
            </a:r>
            <a:r>
              <a:rPr lang="nb-NO" dirty="0" smtClean="0">
                <a:hlinkClick r:id="rId2"/>
              </a:rPr>
              <a:t>www.lemonamiga.com/games/details.php?id=2972</a:t>
            </a:r>
            <a:endParaRPr lang="nb-NO" dirty="0" smtClean="0"/>
          </a:p>
          <a:p>
            <a:r>
              <a:rPr lang="nb-NO" dirty="0">
                <a:hlinkClick r:id="rId3"/>
              </a:rPr>
              <a:t>http://</a:t>
            </a:r>
            <a:r>
              <a:rPr lang="nb-NO" dirty="0" smtClean="0">
                <a:hlinkClick r:id="rId3"/>
              </a:rPr>
              <a:t>www.youtube.com/watch?v=iXG5Bu_xmQU</a:t>
            </a:r>
            <a:endParaRPr lang="nb-NO" dirty="0" smtClean="0"/>
          </a:p>
          <a:p>
            <a:r>
              <a:rPr lang="nb-NO" dirty="0">
                <a:hlinkClick r:id="rId4"/>
              </a:rPr>
              <a:t>http://</a:t>
            </a:r>
            <a:r>
              <a:rPr lang="nb-NO" dirty="0" smtClean="0">
                <a:hlinkClick r:id="rId4"/>
              </a:rPr>
              <a:t>eab.abime.net/showthread.php?t=2128</a:t>
            </a:r>
            <a:endParaRPr lang="nb-NO" dirty="0" smtClean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4515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Kommentarer fra tidligere innleveringer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Bruk en egen config-fil med globale konstanter</a:t>
            </a:r>
          </a:p>
          <a:p>
            <a:pPr lvl="1"/>
            <a:r>
              <a:rPr lang="nb-NO" dirty="0" smtClean="0"/>
              <a:t>Bruk konstanter, ikke magic numbers!</a:t>
            </a:r>
          </a:p>
          <a:p>
            <a:r>
              <a:rPr lang="nb-NO" dirty="0" smtClean="0"/>
              <a:t>Unngå magic numbers</a:t>
            </a:r>
          </a:p>
          <a:p>
            <a:pPr lvl="1"/>
            <a:r>
              <a:rPr lang="nb-NO" dirty="0" smtClean="0"/>
              <a:t>If ball.x &gt; 780 #Aldri gjør dette</a:t>
            </a:r>
          </a:p>
          <a:p>
            <a:pPr lvl="1"/>
            <a:r>
              <a:rPr lang="nb-NO" dirty="0" smtClean="0"/>
              <a:t>If ball.x &gt; 800-20 #Ikke gjør dette</a:t>
            </a:r>
          </a:p>
          <a:p>
            <a:pPr lvl="1"/>
            <a:r>
              <a:rPr lang="nb-NO" dirty="0" smtClean="0"/>
              <a:t>If ball.x &gt; screen.width – ball.radius #Gjør dette</a:t>
            </a:r>
          </a:p>
          <a:p>
            <a:r>
              <a:rPr lang="nb-NO" dirty="0" smtClean="0"/>
              <a:t>Putt ting i klasser</a:t>
            </a:r>
          </a:p>
          <a:p>
            <a:pPr lvl="1"/>
            <a:r>
              <a:rPr lang="nb-NO" dirty="0" smtClean="0"/>
              <a:t>«Hvem/hva gjør dette?»</a:t>
            </a:r>
          </a:p>
          <a:p>
            <a:pPr lvl="1"/>
            <a:r>
              <a:rPr lang="nb-NO" dirty="0" smtClean="0"/>
              <a:t>Eksempel fra boids: Naturlig å putte reglene i Boid-klassen, siden det er boidene sitt ansvar å skifte retning</a:t>
            </a:r>
          </a:p>
          <a:p>
            <a:pPr lvl="1"/>
            <a:endParaRPr lang="nb-NO" dirty="0" smtClean="0"/>
          </a:p>
          <a:p>
            <a:endParaRPr lang="nb-NO" dirty="0" smtClean="0"/>
          </a:p>
        </p:txBody>
      </p:sp>
    </p:spTree>
    <p:extLst>
      <p:ext uri="{BB962C8B-B14F-4D97-AF65-F5344CB8AC3E}">
        <p14:creationId xmlns:p14="http://schemas.microsoft.com/office/powerpoint/2010/main" val="259943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l_blaa">
  <a:themeElements>
    <a:clrScheme name="Egendefinert 5">
      <a:dk1>
        <a:sysClr val="windowText" lastClr="000000"/>
      </a:dk1>
      <a:lt1>
        <a:sysClr val="window" lastClr="FFFFFF"/>
      </a:lt1>
      <a:dk2>
        <a:srgbClr val="00617F"/>
      </a:dk2>
      <a:lt2>
        <a:srgbClr val="EEECE1"/>
      </a:lt2>
      <a:accent1>
        <a:srgbClr val="00617F"/>
      </a:accent1>
      <a:accent2>
        <a:srgbClr val="CB343B"/>
      </a:accent2>
      <a:accent3>
        <a:srgbClr val="15718F"/>
      </a:accent3>
      <a:accent4>
        <a:srgbClr val="59A1A2"/>
      </a:accent4>
      <a:accent5>
        <a:srgbClr val="26828C"/>
      </a:accent5>
      <a:accent6>
        <a:srgbClr val="DE7C00"/>
      </a:accent6>
      <a:hlink>
        <a:srgbClr val="007396"/>
      </a:hlink>
      <a:folHlink>
        <a:srgbClr val="A6BBC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Mal_blaa</Template>
  <TotalTime>545</TotalTime>
  <Words>526</Words>
  <Application>Microsoft Office PowerPoint</Application>
  <PresentationFormat>On-screen Show (4:3)</PresentationFormat>
  <Paragraphs>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Open Sans</vt:lpstr>
      <vt:lpstr>Mal_blaa</vt:lpstr>
      <vt:lpstr>INF-1400 Obligatorisk Oppgave 3</vt:lpstr>
      <vt:lpstr>Introduksjon </vt:lpstr>
      <vt:lpstr>Mayhem</vt:lpstr>
      <vt:lpstr>Krav</vt:lpstr>
      <vt:lpstr>Tekniske Krav</vt:lpstr>
      <vt:lpstr>Ekstra</vt:lpstr>
      <vt:lpstr>Rapport </vt:lpstr>
      <vt:lpstr>Oppgaver</vt:lpstr>
      <vt:lpstr>Innlevering</vt:lpstr>
      <vt:lpstr>Fusk </vt:lpstr>
      <vt:lpstr>Tips &amp; Hint</vt:lpstr>
      <vt:lpstr>URLs</vt:lpstr>
      <vt:lpstr>Kommentarer fra tidligere innleveringer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INF-1400 Obligatorisk Oppgave 1</dc:title>
  <dc:creator>Ida</dc:creator>
  <cp:lastModifiedBy>Morten Grønnesby</cp:lastModifiedBy>
  <cp:revision>26</cp:revision>
  <dcterms:created xsi:type="dcterms:W3CDTF">2014-01-19T17:33:23Z</dcterms:created>
  <dcterms:modified xsi:type="dcterms:W3CDTF">2016-03-11T10:29:16Z</dcterms:modified>
</cp:coreProperties>
</file>